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Alexandria Semi Bold" panose="020B0604020202020204" charset="-78"/>
      <p:regular r:id="rId8"/>
    </p:embeddedFont>
    <p:embeddedFont>
      <p:font typeface="Arial Rounded MT Bold" panose="020F0704030504030204" pitchFamily="34" charset="0"/>
      <p:regular r:id="rId9"/>
    </p:embeddedFont>
    <p:embeddedFont>
      <p:font typeface="Sitka Small" pitchFamily="2" charset="0"/>
      <p:regular r:id="rId10"/>
      <p:bold r:id="rId11"/>
      <p:italic r:id="rId12"/>
      <p:boldItalic r:id="rId13"/>
    </p:embeddedFont>
    <p:embeddedFont>
      <p:font typeface="Sitka Subheading" pitchFamily="2" charset="0"/>
      <p:regular r:id="rId14"/>
      <p:bold r:id="rId15"/>
      <p:italic r:id="rId16"/>
      <p:boldItalic r:id="rId17"/>
    </p:embeddedFont>
    <p:embeddedFont>
      <p:font typeface="Sora Ligh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0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1950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rial Rounded MT Bold" panose="020F0704030504030204" pitchFamily="34" charset="0"/>
                <a:ea typeface="Alexandria Semi Bold" pitchFamily="34" charset="-122"/>
                <a:cs typeface="Alexandria Semi Bold" pitchFamily="34" charset="-120"/>
              </a:rPr>
              <a:t>Principal Component Analysis (PCA)</a:t>
            </a:r>
            <a:endParaRPr lang="en-US" sz="4450" dirty="0">
              <a:latin typeface="Arial Rounded MT Bold" panose="020F07040305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9" y="446984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itka Subheading" pitchFamily="2" charset="0"/>
                <a:ea typeface="Sora Light" pitchFamily="34" charset="-122"/>
                <a:cs typeface="Sora Light" pitchFamily="34" charset="-120"/>
              </a:rPr>
              <a:t>A powerful dimensionality reduction technique that transforms complex data into simpler, more manageable forms while preserving essential information.</a:t>
            </a:r>
            <a:endParaRPr lang="en-US" sz="1700" dirty="0">
              <a:latin typeface="Sitka Subheading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8964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</a:t>
            </a:r>
            <a:r>
              <a:rPr lang="en-US" sz="4450" dirty="0">
                <a:solidFill>
                  <a:srgbClr val="1F1E1E"/>
                </a:solidFill>
                <a:latin typeface="Arial Rounded MT Bold" panose="020F0704030504030204" pitchFamily="34" charset="0"/>
                <a:ea typeface="Alexandria Semi Bold" pitchFamily="34" charset="-122"/>
                <a:cs typeface="Alexandria Semi Bold" pitchFamily="34" charset="-120"/>
              </a:rPr>
              <a:t>PCA</a:t>
            </a: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035618"/>
            <a:ext cx="4226838" cy="2367082"/>
          </a:xfrm>
          <a:prstGeom prst="roundRect">
            <a:avLst>
              <a:gd name="adj" fmla="val 3844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364" y="32826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rial Rounded MT Bold" panose="020F0704030504030204" pitchFamily="34" charset="0"/>
                <a:ea typeface="Alexandria Semi Bold" pitchFamily="34" charset="-122"/>
                <a:cs typeface="Alexandria Semi Bold" pitchFamily="34" charset="-120"/>
              </a:rPr>
              <a:t>Definition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364" y="3768804"/>
            <a:ext cx="373272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itka Small" pitchFamily="2" charset="0"/>
                <a:ea typeface="Sora Light" pitchFamily="34" charset="-122"/>
                <a:cs typeface="Sora Light" pitchFamily="34" charset="-120"/>
              </a:rPr>
              <a:t>A dimensionality reduction technique that reduces the number of features while keeping the most important information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01722" y="3035618"/>
            <a:ext cx="4226838" cy="2367082"/>
          </a:xfrm>
          <a:prstGeom prst="roundRect">
            <a:avLst>
              <a:gd name="adj" fmla="val 3844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8776" y="32826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rial Rounded MT Bold" panose="020F0704030504030204" pitchFamily="34" charset="0"/>
                <a:ea typeface="Alexandria Semi Bold" pitchFamily="34" charset="-122"/>
                <a:cs typeface="Alexandria Semi Bold" pitchFamily="34" charset="-120"/>
              </a:rPr>
              <a:t>Purpose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48776" y="3768804"/>
            <a:ext cx="373272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itka Small" pitchFamily="2" charset="0"/>
                <a:ea typeface="Sora Light" pitchFamily="34" charset="-122"/>
                <a:cs typeface="Sora Light" pitchFamily="34" charset="-120"/>
              </a:rPr>
              <a:t>Creates new uncorrelated features (principal components) that capture the maximum variance in the data.</a:t>
            </a:r>
            <a:endParaRPr lang="en-US" sz="1700" dirty="0">
              <a:latin typeface="Sitka Small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5134" y="3035618"/>
            <a:ext cx="4226957" cy="2367082"/>
          </a:xfrm>
          <a:prstGeom prst="roundRect">
            <a:avLst>
              <a:gd name="adj" fmla="val 3844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2189" y="32826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rial Rounded MT Bold" panose="020F0704030504030204" pitchFamily="34" charset="0"/>
                <a:ea typeface="Alexandria Semi Bold" pitchFamily="34" charset="-122"/>
                <a:cs typeface="Alexandria Semi Bold" pitchFamily="34" charset="-120"/>
              </a:rPr>
              <a:t>Applications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92189" y="3768804"/>
            <a:ext cx="373284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itka Small" pitchFamily="2" charset="0"/>
                <a:ea typeface="Sora Light" pitchFamily="34" charset="-122"/>
                <a:cs typeface="Sora Light" pitchFamily="34" charset="-120"/>
              </a:rPr>
              <a:t>Data preprocessing, removing redundancy, improving computational efficiency, and making data easier to visualize.</a:t>
            </a:r>
            <a:endParaRPr lang="en-US" sz="1700" dirty="0">
              <a:latin typeface="Sitka Small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309" y="5646420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itka Small" pitchFamily="2" charset="0"/>
                <a:ea typeface="Sora Light" pitchFamily="34" charset="-122"/>
                <a:cs typeface="Sora Light" pitchFamily="34" charset="-120"/>
              </a:rPr>
              <a:t>PCA is especially valuable when dealing with high-dimensional data that would otherwise be difficult to analyze or visualize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9562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How PCA Works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449830"/>
            <a:ext cx="35113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BE49D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1:</a:t>
            </a: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Standardize Data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3022640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Transform features to have mean = 0 and standard deviation = 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3932634"/>
            <a:ext cx="354937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BE49D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2:</a:t>
            </a: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Calculate Covariance Matrix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44709" y="4861679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Measure how features relate to each other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330339" y="2449830"/>
            <a:ext cx="354937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BE49D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3:</a:t>
            </a: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Find Principal Components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30339" y="3378875"/>
            <a:ext cx="35493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Calculate eigenvectors (directions) and eigenvalues (importance)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330339" y="4635579"/>
            <a:ext cx="329886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BE49D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4:</a:t>
            </a: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Transform Data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30339" y="5208389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Select top components and project data onto them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44709" y="6340435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 this example, PC₁ captures maximum variance, allowing us to transform 2D data into 1D while preserving important patterns.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7728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Advantages of PCA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223260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035623"/>
            <a:ext cx="363021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Handles Multicollinearity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521756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Creates new, uncorrelated variables when original features are highly correlated.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3223260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0356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Compression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521756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Represents data with fewer components, reducing storage needs and speeding up processing.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3223260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0356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Noise Reduction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4521756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Eliminates components with low variance to enhance data clarity.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58309" y="580560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PCA also helps with outlier detection by identifying data points that deviate significantly in the reduced space.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571" y="445889"/>
            <a:ext cx="426743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Limitations of PCA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094542" y="1404938"/>
            <a:ext cx="602289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E49D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Interpretation Challenges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New components are combinations of original variables, making them difficult to explain.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4542" y="2248138"/>
            <a:ext cx="602289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E49D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Scaling Sensitivity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Requires proper data scaling or results may be misleading.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94542" y="3091339"/>
            <a:ext cx="602289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BE49D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Information Loss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May lose important information if too few components are kept.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583" y="1404938"/>
            <a:ext cx="6549866" cy="65498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20583" y="8137208"/>
            <a:ext cx="654986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PCA also assumes linear relationships between variables and can be computationally intensive for very large datasets.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320</Words>
  <Application>Microsoft Office PowerPoint</Application>
  <PresentationFormat>Custom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Rounded MT Bold</vt:lpstr>
      <vt:lpstr>Sora Light</vt:lpstr>
      <vt:lpstr>Alexandria Semi Bold</vt:lpstr>
      <vt:lpstr>Sitka Small</vt:lpstr>
      <vt:lpstr>Sitka Subheading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Devashish Rawat</cp:lastModifiedBy>
  <cp:revision>2</cp:revision>
  <dcterms:created xsi:type="dcterms:W3CDTF">2025-08-25T05:11:20Z</dcterms:created>
  <dcterms:modified xsi:type="dcterms:W3CDTF">2025-08-25T05:17:05Z</dcterms:modified>
</cp:coreProperties>
</file>