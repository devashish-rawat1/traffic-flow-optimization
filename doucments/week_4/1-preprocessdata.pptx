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4630400" cy="8229600"/>
  <p:notesSz cx="8229600" cy="14630400"/>
  <p:embeddedFontLst>
    <p:embeddedFont>
      <p:font typeface="Petrona"/>
      <p:regular r:id="rId10"/>
    </p:embeddedFont>
    <p:embeddedFont>
      <p:font typeface="Petrona"/>
      <p:regular r:id="rId11"/>
    </p:embeddedFont>
    <p:embeddedFont>
      <p:font typeface="Petrona"/>
      <p:regular r:id="rId12"/>
    </p:embeddedFont>
    <p:embeddedFont>
      <p:font typeface="Petrona"/>
      <p:regular r:id="rId13"/>
    </p:embeddedFont>
    <p:embeddedFont>
      <p:font typeface="Inter"/>
      <p:regular r:id="rId14"/>
    </p:embeddedFont>
    <p:embeddedFont>
      <p:font typeface="Inter"/>
      <p:regular r:id="rId15"/>
    </p:embeddedFont>
    <p:embeddedFont>
      <p:font typeface="Inter"/>
      <p:regular r:id="rId16"/>
    </p:embeddedFont>
    <p:embeddedFont>
      <p:font typeface="Inter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8151" y="354092"/>
            <a:ext cx="3361968" cy="420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1. preprocess_data()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48151" y="1030486"/>
            <a:ext cx="13734098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the main function that prepares your dataset for further use in analysis or machine learning.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48151" y="1379458"/>
            <a:ext cx="127992" cy="768429"/>
          </a:xfrm>
          <a:prstGeom prst="roundRect">
            <a:avLst>
              <a:gd name="adj" fmla="val 42028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136" y="1507450"/>
            <a:ext cx="1680924" cy="210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Find Dataset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04136" y="1794391"/>
            <a:ext cx="13478113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finds the dataset file inside your project directory.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199" y="2275880"/>
            <a:ext cx="127992" cy="768429"/>
          </a:xfrm>
          <a:prstGeom prst="roundRect">
            <a:avLst>
              <a:gd name="adj" fmla="val 42028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83" y="2403872"/>
            <a:ext cx="1680924" cy="210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Load 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6183" y="2690813"/>
            <a:ext cx="13286065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loads the dataset into memory as a table (using pandas).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32366" y="3172301"/>
            <a:ext cx="127992" cy="768429"/>
          </a:xfrm>
          <a:prstGeom prst="roundRect">
            <a:avLst>
              <a:gd name="adj" fmla="val 42028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8350" y="3300293"/>
            <a:ext cx="1680924" cy="210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Structure Data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8350" y="3587234"/>
            <a:ext cx="13093898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keeps only the expected columns so the structure of the dataset is consistent.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24414" y="4068723"/>
            <a:ext cx="127992" cy="768429"/>
          </a:xfrm>
          <a:prstGeom prst="roundRect">
            <a:avLst>
              <a:gd name="adj" fmla="val 42028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398" y="4196715"/>
            <a:ext cx="1680924" cy="210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Create Features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398" y="4483656"/>
            <a:ext cx="12901851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creates new time-based features (like weekday, weekend, month, year) from the date column.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32366" y="4965144"/>
            <a:ext cx="127992" cy="768429"/>
          </a:xfrm>
          <a:prstGeom prst="roundRect">
            <a:avLst>
              <a:gd name="adj" fmla="val 42028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8350" y="5093137"/>
            <a:ext cx="1680924" cy="210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Handle Missing Data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88350" y="5380077"/>
            <a:ext cx="13093898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handles missing data by filling in gaps with suitable values (like the median or mean).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199" y="5861566"/>
            <a:ext cx="127992" cy="768429"/>
          </a:xfrm>
          <a:prstGeom prst="roundRect">
            <a:avLst>
              <a:gd name="adj" fmla="val 42028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83" y="5989558"/>
            <a:ext cx="1680924" cy="210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Normalize Features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6183" y="6276499"/>
            <a:ext cx="13286065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normalizes important numerical features (scaling them between 0 and 1).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8151" y="6757988"/>
            <a:ext cx="127992" cy="768429"/>
          </a:xfrm>
          <a:prstGeom prst="roundRect">
            <a:avLst>
              <a:gd name="adj" fmla="val 42028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136" y="6885980"/>
            <a:ext cx="1680924" cy="210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Return Results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4136" y="7172920"/>
            <a:ext cx="13478113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Finally, it returns both the processed dataset and the scaler object so that the same scaling can be applied later (for example, on test data).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8151" y="7670483"/>
            <a:ext cx="13734098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👉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Think of this as the data cleaning and preparation pipeline.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1559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647" y="2630210"/>
            <a:ext cx="6893004" cy="565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1. convert_datetime_features(df)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03647" y="3454837"/>
            <a:ext cx="13423106" cy="275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function focuses only on date and time features.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647" y="3924776"/>
            <a:ext cx="6711553" cy="6898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76049" y="4787027"/>
            <a:ext cx="2263854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Convert Date Format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776049" y="5173385"/>
            <a:ext cx="6366748" cy="551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first ensures the "Date" column is actually in a date format (instead of plain text).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924776"/>
            <a:ext cx="6711553" cy="68984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487602" y="4787027"/>
            <a:ext cx="2281714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Extract Time Features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7487602" y="5173385"/>
            <a:ext cx="6366748" cy="275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that date, it extracts useful information: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7487602" y="5552837"/>
            <a:ext cx="6366748" cy="275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of the week (to capture weekday vs weekend patterns).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7487602" y="5889188"/>
            <a:ext cx="6366748" cy="551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Weekend flag (a simple yes/no to indicate if the day is Saturday or Sunday).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7487602" y="6501527"/>
            <a:ext cx="6366748" cy="275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(to capture seasonal changes).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7487602" y="6837878"/>
            <a:ext cx="6366748" cy="275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 (useful if the dataset spans multiple years).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03647" y="7480221"/>
            <a:ext cx="13423106" cy="283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👉</a:t>
            </a:r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This function is all about enriching the dataset with extra time-related insights.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280" y="562689"/>
            <a:ext cx="5372219" cy="701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✅</a:t>
            </a:r>
            <a:pPr algn="l" indent="0" marL="0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Together:</a:t>
            </a:r>
            <a:endParaRPr lang="en-US" sz="4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280" y="1801773"/>
            <a:ext cx="6349246" cy="634924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572494" y="1801773"/>
            <a:ext cx="6349246" cy="1322546"/>
          </a:xfrm>
          <a:prstGeom prst="roundRect">
            <a:avLst>
              <a:gd name="adj" fmla="val 6499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99903" y="2029182"/>
            <a:ext cx="2686050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preprocess_data()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799903" y="2569488"/>
            <a:ext cx="5894427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cleaning + preparation pipeline.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572494" y="3328868"/>
            <a:ext cx="6349246" cy="1322546"/>
          </a:xfrm>
          <a:prstGeom prst="roundRect">
            <a:avLst>
              <a:gd name="adj" fmla="val 6499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99903" y="3556278"/>
            <a:ext cx="3586520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convert_datetime_features()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799903" y="4096583"/>
            <a:ext cx="5894427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Adds time-related features to help models find patterns.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2025-08-20T16:32:01Z</dcterms:created>
  <dcterms:modified xsi:type="dcterms:W3CDTF">2025-08-20T16:32:01Z</dcterms:modified>
</cp:coreProperties>
</file>